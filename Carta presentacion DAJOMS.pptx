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64" r:id="rId4"/>
    <p:sldId id="362" r:id="rId5"/>
    <p:sldId id="365" r:id="rId6"/>
    <p:sldId id="367" r:id="rId7"/>
    <p:sldId id="3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BA"/>
    <a:srgbClr val="FF99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6037E-7B4A-4BDE-AC87-77B9346DA907}" v="8" dt="2024-02-06T17:03:30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Reyes" userId="5e3f771959094182" providerId="LiveId" clId="{C356037E-7B4A-4BDE-AC87-77B9346DA907}"/>
    <pc:docChg chg="undo custSel modSld">
      <pc:chgData name="Daniela Reyes" userId="5e3f771959094182" providerId="LiveId" clId="{C356037E-7B4A-4BDE-AC87-77B9346DA907}" dt="2024-02-06T17:05:00.644" v="105" actId="14100"/>
      <pc:docMkLst>
        <pc:docMk/>
      </pc:docMkLst>
      <pc:sldChg chg="addSp delSp modSp mod">
        <pc:chgData name="Daniela Reyes" userId="5e3f771959094182" providerId="LiveId" clId="{C356037E-7B4A-4BDE-AC87-77B9346DA907}" dt="2024-02-06T17:03:30.719" v="92" actId="164"/>
        <pc:sldMkLst>
          <pc:docMk/>
          <pc:sldMk cId="643842168" sldId="364"/>
        </pc:sldMkLst>
        <pc:spChg chg="mod">
          <ac:chgData name="Daniela Reyes" userId="5e3f771959094182" providerId="LiveId" clId="{C356037E-7B4A-4BDE-AC87-77B9346DA907}" dt="2024-02-06T16:58:16.608" v="79" actId="1076"/>
          <ac:spMkLst>
            <pc:docMk/>
            <pc:sldMk cId="643842168" sldId="364"/>
            <ac:spMk id="30" creationId="{8BF49957-A8EC-A830-2D4A-221EA296FA10}"/>
          </ac:spMkLst>
        </pc:spChg>
        <pc:spChg chg="mod">
          <ac:chgData name="Daniela Reyes" userId="5e3f771959094182" providerId="LiveId" clId="{C356037E-7B4A-4BDE-AC87-77B9346DA907}" dt="2024-02-06T16:58:12.757" v="78" actId="1076"/>
          <ac:spMkLst>
            <pc:docMk/>
            <pc:sldMk cId="643842168" sldId="364"/>
            <ac:spMk id="31" creationId="{75D73ECD-7E38-CA66-2895-D805F2BF95FA}"/>
          </ac:spMkLst>
        </pc:spChg>
        <pc:grpChg chg="add mod">
          <ac:chgData name="Daniela Reyes" userId="5e3f771959094182" providerId="LiveId" clId="{C356037E-7B4A-4BDE-AC87-77B9346DA907}" dt="2024-02-06T17:03:30.719" v="92" actId="164"/>
          <ac:grpSpMkLst>
            <pc:docMk/>
            <pc:sldMk cId="643842168" sldId="364"/>
            <ac:grpSpMk id="6" creationId="{9A1108CF-7ED5-BCE2-5001-C38F2AC61C1E}"/>
          </ac:grpSpMkLst>
        </pc:grpChg>
        <pc:picChg chg="add mod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2" creationId="{1B854144-9268-6895-AF82-971CEF601C44}"/>
          </ac:picMkLst>
        </pc:picChg>
        <pc:picChg chg="add mod modCrop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3" creationId="{18E8383A-E665-3CF3-6819-C0D7A13A8A47}"/>
          </ac:picMkLst>
        </pc:picChg>
        <pc:picChg chg="add mod">
          <ac:chgData name="Daniela Reyes" userId="5e3f771959094182" providerId="LiveId" clId="{C356037E-7B4A-4BDE-AC87-77B9346DA907}" dt="2024-02-06T16:58:28.190" v="83" actId="1076"/>
          <ac:picMkLst>
            <pc:docMk/>
            <pc:sldMk cId="643842168" sldId="364"/>
            <ac:picMk id="4" creationId="{B55B20DC-2E27-960D-5E1B-CE3B969CCEE2}"/>
          </ac:picMkLst>
        </pc:picChg>
        <pc:picChg chg="add mod ord modCrop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5" creationId="{A5A9852F-A96C-22E5-CF13-82DD3FE45BD1}"/>
          </ac:picMkLst>
        </pc:picChg>
        <pc:picChg chg="mod ord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35" creationId="{49DA4BEC-2FD3-07F4-C5AC-DA9B11F2E78A}"/>
          </ac:picMkLst>
        </pc:picChg>
        <pc:picChg chg="mod ord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37" creationId="{55541704-C8A0-2C49-1D73-2E709F877328}"/>
          </ac:picMkLst>
        </pc:picChg>
        <pc:picChg chg="del mod">
          <ac:chgData name="Daniela Reyes" userId="5e3f771959094182" providerId="LiveId" clId="{C356037E-7B4A-4BDE-AC87-77B9346DA907}" dt="2024-02-06T16:55:54.239" v="64" actId="478"/>
          <ac:picMkLst>
            <pc:docMk/>
            <pc:sldMk cId="643842168" sldId="364"/>
            <ac:picMk id="39" creationId="{F195EA12-B99A-C9B0-6CE4-59F14503D31E}"/>
          </ac:picMkLst>
        </pc:picChg>
        <pc:picChg chg="mod ord">
          <ac:chgData name="Daniela Reyes" userId="5e3f771959094182" providerId="LiveId" clId="{C356037E-7B4A-4BDE-AC87-77B9346DA907}" dt="2024-02-06T17:03:30.719" v="92" actId="164"/>
          <ac:picMkLst>
            <pc:docMk/>
            <pc:sldMk cId="643842168" sldId="364"/>
            <ac:picMk id="41" creationId="{BA6581A4-6C4F-E44E-A0EC-5A6E750DCC42}"/>
          </ac:picMkLst>
        </pc:picChg>
      </pc:sldChg>
      <pc:sldChg chg="modSp mod">
        <pc:chgData name="Daniela Reyes" userId="5e3f771959094182" providerId="LiveId" clId="{C356037E-7B4A-4BDE-AC87-77B9346DA907}" dt="2024-02-06T17:04:00.072" v="98" actId="20577"/>
        <pc:sldMkLst>
          <pc:docMk/>
          <pc:sldMk cId="78088308" sldId="365"/>
        </pc:sldMkLst>
        <pc:spChg chg="mod">
          <ac:chgData name="Daniela Reyes" userId="5e3f771959094182" providerId="LiveId" clId="{C356037E-7B4A-4BDE-AC87-77B9346DA907}" dt="2024-02-06T17:04:00.072" v="98" actId="20577"/>
          <ac:spMkLst>
            <pc:docMk/>
            <pc:sldMk cId="78088308" sldId="365"/>
            <ac:spMk id="7" creationId="{8A17937F-3AEB-169B-4892-270D6A870E62}"/>
          </ac:spMkLst>
        </pc:spChg>
      </pc:sldChg>
      <pc:sldChg chg="addSp delSp modSp mod">
        <pc:chgData name="Daniela Reyes" userId="5e3f771959094182" providerId="LiveId" clId="{C356037E-7B4A-4BDE-AC87-77B9346DA907}" dt="2024-02-06T17:05:00.644" v="105" actId="14100"/>
        <pc:sldMkLst>
          <pc:docMk/>
          <pc:sldMk cId="3036158158" sldId="366"/>
        </pc:sldMkLst>
        <pc:spChg chg="mod">
          <ac:chgData name="Daniela Reyes" userId="5e3f771959094182" providerId="LiveId" clId="{C356037E-7B4A-4BDE-AC87-77B9346DA907}" dt="2024-01-17T05:52:31.601" v="8" actId="688"/>
          <ac:spMkLst>
            <pc:docMk/>
            <pc:sldMk cId="3036158158" sldId="366"/>
            <ac:spMk id="13" creationId="{B65B9F41-B53D-635A-C5B5-D2867653DEB6}"/>
          </ac:spMkLst>
        </pc:spChg>
        <pc:spChg chg="mod">
          <ac:chgData name="Daniela Reyes" userId="5e3f771959094182" providerId="LiveId" clId="{C356037E-7B4A-4BDE-AC87-77B9346DA907}" dt="2024-01-17T14:37:47.521" v="14" actId="1076"/>
          <ac:spMkLst>
            <pc:docMk/>
            <pc:sldMk cId="3036158158" sldId="366"/>
            <ac:spMk id="16" creationId="{AB12CDD0-14B7-F5D5-1CED-6FDFC44762C7}"/>
          </ac:spMkLst>
        </pc:spChg>
        <pc:spChg chg="mod">
          <ac:chgData name="Daniela Reyes" userId="5e3f771959094182" providerId="LiveId" clId="{C356037E-7B4A-4BDE-AC87-77B9346DA907}" dt="2024-02-06T17:04:33.803" v="101" actId="14100"/>
          <ac:spMkLst>
            <pc:docMk/>
            <pc:sldMk cId="3036158158" sldId="366"/>
            <ac:spMk id="27" creationId="{CD4F3605-96AE-E514-8420-890F9790FC29}"/>
          </ac:spMkLst>
        </pc:spChg>
        <pc:picChg chg="mod">
          <ac:chgData name="Daniela Reyes" userId="5e3f771959094182" providerId="LiveId" clId="{C356037E-7B4A-4BDE-AC87-77B9346DA907}" dt="2024-02-06T17:05:00.644" v="105" actId="14100"/>
          <ac:picMkLst>
            <pc:docMk/>
            <pc:sldMk cId="3036158158" sldId="366"/>
            <ac:picMk id="14" creationId="{AB2EE200-970A-B31C-E330-D786FEF69C10}"/>
          </ac:picMkLst>
        </pc:picChg>
        <pc:picChg chg="mod">
          <ac:chgData name="Daniela Reyes" userId="5e3f771959094182" providerId="LiveId" clId="{C356037E-7B4A-4BDE-AC87-77B9346DA907}" dt="2024-01-17T14:37:47.521" v="14" actId="1076"/>
          <ac:picMkLst>
            <pc:docMk/>
            <pc:sldMk cId="3036158158" sldId="366"/>
            <ac:picMk id="15" creationId="{D22BCF0A-6437-D1B0-30E5-D0E9D42DC4B7}"/>
          </ac:picMkLst>
        </pc:picChg>
        <pc:picChg chg="del">
          <ac:chgData name="Daniela Reyes" userId="5e3f771959094182" providerId="LiveId" clId="{C356037E-7B4A-4BDE-AC87-77B9346DA907}" dt="2024-01-17T14:37:43.043" v="13" actId="478"/>
          <ac:picMkLst>
            <pc:docMk/>
            <pc:sldMk cId="3036158158" sldId="366"/>
            <ac:picMk id="20" creationId="{B488F19B-951B-7037-51F6-EB81EAE9CA9A}"/>
          </ac:picMkLst>
        </pc:picChg>
        <pc:picChg chg="mod">
          <ac:chgData name="Daniela Reyes" userId="5e3f771959094182" providerId="LiveId" clId="{C356037E-7B4A-4BDE-AC87-77B9346DA907}" dt="2024-01-17T14:37:53.980" v="15" actId="1076"/>
          <ac:picMkLst>
            <pc:docMk/>
            <pc:sldMk cId="3036158158" sldId="366"/>
            <ac:picMk id="25" creationId="{E64483BC-8F93-3C47-AF6C-D88FAAAEB216}"/>
          </ac:picMkLst>
        </pc:picChg>
        <pc:cxnChg chg="add mod">
          <ac:chgData name="Daniela Reyes" userId="5e3f771959094182" providerId="LiveId" clId="{C356037E-7B4A-4BDE-AC87-77B9346DA907}" dt="2024-01-30T14:34:07.666" v="25" actId="1076"/>
          <ac:cxnSpMkLst>
            <pc:docMk/>
            <pc:sldMk cId="3036158158" sldId="366"/>
            <ac:cxnSpMk id="2" creationId="{17BEB057-CD69-B7CC-4E64-ACA98912A3E4}"/>
          </ac:cxnSpMkLst>
        </pc:cxnChg>
        <pc:cxnChg chg="add mod">
          <ac:chgData name="Daniela Reyes" userId="5e3f771959094182" providerId="LiveId" clId="{C356037E-7B4A-4BDE-AC87-77B9346DA907}" dt="2024-01-17T14:38:48.294" v="22" actId="1076"/>
          <ac:cxnSpMkLst>
            <pc:docMk/>
            <pc:sldMk cId="3036158158" sldId="366"/>
            <ac:cxnSpMk id="4" creationId="{9DCAE94C-FFE7-6742-CB19-3BD59D416920}"/>
          </ac:cxnSpMkLst>
        </pc:cxnChg>
        <pc:cxnChg chg="add mod">
          <ac:chgData name="Daniela Reyes" userId="5e3f771959094182" providerId="LiveId" clId="{C356037E-7B4A-4BDE-AC87-77B9346DA907}" dt="2024-01-17T14:38:54.191" v="24" actId="1076"/>
          <ac:cxnSpMkLst>
            <pc:docMk/>
            <pc:sldMk cId="3036158158" sldId="366"/>
            <ac:cxnSpMk id="5" creationId="{E52290CA-44D6-65AF-FCB3-83D8583D3D10}"/>
          </ac:cxnSpMkLst>
        </pc:cxnChg>
      </pc:sldChg>
      <pc:sldChg chg="delSp modSp mod">
        <pc:chgData name="Daniela Reyes" userId="5e3f771959094182" providerId="LiveId" clId="{C356037E-7B4A-4BDE-AC87-77B9346DA907}" dt="2024-02-06T17:04:15.396" v="100" actId="1076"/>
        <pc:sldMkLst>
          <pc:docMk/>
          <pc:sldMk cId="3814491748" sldId="367"/>
        </pc:sldMkLst>
        <pc:spChg chg="mod">
          <ac:chgData name="Daniela Reyes" userId="5e3f771959094182" providerId="LiveId" clId="{C356037E-7B4A-4BDE-AC87-77B9346DA907}" dt="2024-02-06T17:04:15.396" v="100" actId="1076"/>
          <ac:spMkLst>
            <pc:docMk/>
            <pc:sldMk cId="3814491748" sldId="367"/>
            <ac:spMk id="2" creationId="{9F642B06-3A1A-79C5-32F6-1C788843474B}"/>
          </ac:spMkLst>
        </pc:spChg>
        <pc:spChg chg="del">
          <ac:chgData name="Daniela Reyes" userId="5e3f771959094182" providerId="LiveId" clId="{C356037E-7B4A-4BDE-AC87-77B9346DA907}" dt="2024-02-06T17:04:09.946" v="99" actId="478"/>
          <ac:spMkLst>
            <pc:docMk/>
            <pc:sldMk cId="3814491748" sldId="367"/>
            <ac:spMk id="14" creationId="{284B7D96-BD92-CEFD-493C-6C4A019869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C354D-4E09-215F-43F4-F2D9F8013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922B21-7340-5EDF-8928-C775BF476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0F20BE-3DB5-670F-7F40-90CD7E9A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C68E6A-CEF2-16EF-1EE8-CCF3FEB4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934F7-A0CC-151D-64D0-CB06878A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8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38528-16BB-7E81-BD85-2EFF8B34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A4FC06-393C-1FE0-37E9-D8E53565D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15536-D85B-5E0A-7CC1-F52E5F36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DE070-F327-4C37-B3E1-8F15C101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80AD39-24B2-F7D7-9E62-D300D357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8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D977B-07E0-BAC5-53F2-F1F22F5B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25924-EED6-087B-77DB-4A9B10CB0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645F52-CCFB-0D68-9CC9-5A6C347E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BF767-D42A-DB18-1518-12B072A0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110A6A-8B12-7953-3500-B5F7C08C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1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8BF2B-2380-FE18-3FDB-324A2FA0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40E7D-89CF-B8BE-ED77-0B5CBE1DF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7029BC-D862-EB6C-3BF1-25527DA92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32526C-D80F-05DE-2C2C-2581129A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B05A09-E5AF-A0EB-7471-5CBF5B04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B941F7-E0CA-0D1C-B695-BBDD8D79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5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92679-B07D-FF29-E3F6-EF7AF0B1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956BCD-D83C-128D-4991-9006A7086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E7088D-B7CA-D07E-B68A-5D4B711A5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00F246-AB29-CF60-1034-5FEBF3CF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532E0F-4392-FC43-3BFF-FA30D73C7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20BCC6-CC72-0B0C-64AC-3978D217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90A047-11C6-E437-0A8A-84D3C175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C3026D-B581-B544-B25F-7BA4235A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7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6EE86-0315-D9DF-CFEE-50E18D90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11FD1D-4095-331D-65F3-1809F4BB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42C719-DEA2-96F3-FC4D-A51F33EA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3C6DF3-B44B-0F28-D4DD-10E8DD29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9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E19E98-2CD6-FC91-C67C-3FD9AE9A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CA6C4A-292D-B0D8-2B3A-A04C809B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705289-170B-D97E-D76A-4C2460A5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8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2A8B1-0984-A7EC-F1E4-710B39BD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6CD6D-B03C-AB6E-B6E0-EA885E27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DF2CE8-DA60-AEB6-0EA1-D2C1EC6C3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120CEC-43F7-E592-10FB-CC88E8F1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C37F23-BD5B-78EB-0F01-3B547FB8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4A5D0D-56B2-A667-D25D-120FBE83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8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261C7-5F54-8CDB-05D7-44EC2349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17E215-47EC-0CCE-B607-56F453641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C4555F-4866-A62A-1897-D2CB1D925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EFBCE6-E232-E76A-E3D5-BB7181D8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F79A72-2E0F-34B7-5060-8DDE7031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30E814-F188-C6B7-46D1-BEE9FAC1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0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060EE-4E5E-27AD-C24A-AC9FEC9F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DD19AE-D1E3-5C0C-DC3D-79A9F666B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E4B52-EEB1-24A7-05F1-BE68616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BA6E52-01BA-3F0D-8DB8-72DB5D38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9769C-6A2A-F3B4-70AB-0A45CEAF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6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EB444D-B380-DF57-0399-15C9B9D09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FC65B8-8AB6-6A4C-29E5-F49E598A6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F35C49-9965-4911-447A-157DE13E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8BB8D4-DAC7-0156-D7F0-AC40FD81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2C255-1AFE-56BC-736B-4865264C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9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60DA6-6E6F-47BF-9680-1B030F525D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F140D-2B48-4E31-9E97-08B68ABBAC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1244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F2453-9E16-47FE-A8ED-4661246DE59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E9EA-D950-424A-BC92-F6794D6E5D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2169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73AFDD-42CD-B840-886F-53D71114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A3094D-BB13-A970-9383-F085AE140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80BFD-E24D-3D8A-A6F0-033015937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4280D-F42F-4F94-8CC8-F01E51E98E5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16F028-8999-2544-915C-CC01D58A7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13F221-3493-328D-5CF0-4CCDEF1A8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EA705-3CEB-402E-8B8D-222A39C92E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7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02BAFA8-D3DB-D038-FE64-855DDB2C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2623386"/>
            <a:ext cx="4616434" cy="1432105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FC0C6ADD-22EB-377B-7AC2-7B80090C3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718233"/>
            <a:ext cx="4644528" cy="124241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E36E97F-FAD0-50C3-E472-EC3F55CEDE8B}"/>
              </a:ext>
            </a:extLst>
          </p:cNvPr>
          <p:cNvSpPr txBox="1"/>
          <p:nvPr/>
        </p:nvSpPr>
        <p:spPr>
          <a:xfrm>
            <a:off x="3396699" y="5376857"/>
            <a:ext cx="5416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/>
              <a:t>“Tenemos el servicio y la calidad que buscas”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796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3F72C9-8DD9-6EA7-6325-D203418E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55" y="273478"/>
            <a:ext cx="2703478" cy="8386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63A4141-351C-DDC1-0069-AD18D31D59FC}"/>
              </a:ext>
            </a:extLst>
          </p:cNvPr>
          <p:cNvSpPr txBox="1"/>
          <p:nvPr/>
        </p:nvSpPr>
        <p:spPr>
          <a:xfrm>
            <a:off x="265471" y="1474405"/>
            <a:ext cx="11661058" cy="511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bg1">
                    <a:lumMod val="50000"/>
                  </a:schemeClr>
                </a:solidFill>
                <a:latin typeface="Biome" panose="020B0502040204020203" pitchFamily="34" charset="0"/>
                <a:ea typeface="Wandohope" panose="020B0503020000020004" pitchFamily="18" charset="-128"/>
                <a:cs typeface="Biome" panose="020B0502040204020203" pitchFamily="34" charset="0"/>
              </a:rPr>
              <a:t>Calidad y Servicio</a:t>
            </a:r>
          </a:p>
          <a:p>
            <a:pPr algn="ctr"/>
            <a:endParaRPr lang="es-MX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dirty="0"/>
              <a:t>DAJOMS GROUP </a:t>
            </a:r>
            <a:r>
              <a:rPr lang="es-MX" sz="20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 </a:t>
            </a:r>
            <a:r>
              <a:rPr lang="es-MX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una empresa 100% mexicana dedicada a la fabricación de etiquetas tejidas, impresas y de cartón. Tenemos en firme compromiso de hacer que cada una de nuestras etiquetas tengan un valor agregado en calidad y diseño logrando la excelencia en cada uno de nuestros productos.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Nuestro objetivo es dar al cliente seguridad con respecto a la habilitación de su prenda en tiempo y forma, esto lo podemos lograr teniendo un seguimiento adecuado en cada uno de nuestros procesos.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DAJOMS GROUP tenemos muchos objetivos y cada uno de ellos están enfocados en lograr la satisfacción total de nuestros clientes. Nos diferenciamos por tener un servicio responsable y empático con las necesidades de nuestros clientes, privilegiamos en todo momento cumplir con los compromisos adquiridos en tiempo y forma.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el grupo tenemos la convicción que cada una de nuestras etiquetas y habilitaciones para nuestros clientes es y sea el distintivo para hacer de su prenda un producto de excelencia.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01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adroTexto 28">
            <a:extLst>
              <a:ext uri="{FF2B5EF4-FFF2-40B4-BE49-F238E27FC236}">
                <a16:creationId xmlns:a16="http://schemas.microsoft.com/office/drawing/2014/main" id="{8FB0BCBB-9A7A-0C27-AD42-8EE1F3A0C61F}"/>
              </a:ext>
            </a:extLst>
          </p:cNvPr>
          <p:cNvSpPr txBox="1"/>
          <p:nvPr/>
        </p:nvSpPr>
        <p:spPr>
          <a:xfrm>
            <a:off x="570641" y="4695357"/>
            <a:ext cx="270347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Mangal" panose="020B0502040204020203" pitchFamily="18" charset="0"/>
                <a:ea typeface="Cascadia Code ExtraLight" panose="020B0609020000020004" pitchFamily="49" charset="0"/>
                <a:cs typeface="Mangal" panose="020B0502040204020203" pitchFamily="18" charset="0"/>
              </a:rPr>
              <a:t>TAFETA</a:t>
            </a:r>
          </a:p>
          <a:p>
            <a:pPr algn="ctr"/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Tejido sencillo y con baja definición, en la mayoría de las ocasiones se ocupa para instructivo de lavado y tallas.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F49957-A8EC-A830-2D4A-221EA296FA10}"/>
              </a:ext>
            </a:extLst>
          </p:cNvPr>
          <p:cNvSpPr txBox="1"/>
          <p:nvPr/>
        </p:nvSpPr>
        <p:spPr>
          <a:xfrm>
            <a:off x="8538796" y="4692119"/>
            <a:ext cx="27034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Mangal" panose="02040503050203030202" pitchFamily="18" charset="0"/>
                <a:ea typeface="Cascadia Code ExtraLight" panose="020B0609020000020004" pitchFamily="49" charset="0"/>
                <a:cs typeface="Mangal" panose="02040503050203030202" pitchFamily="18" charset="0"/>
              </a:rPr>
              <a:t>SATIN</a:t>
            </a:r>
          </a:p>
          <a:p>
            <a:pPr algn="ctr"/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Etiqueta textil brillante lisa al tacto, tejido resistente. Al estar unida con la prenda refleja una apariencia de calidad y elegancia.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5D73ECD-7E38-CA66-2895-D805F2BF95FA}"/>
              </a:ext>
            </a:extLst>
          </p:cNvPr>
          <p:cNvSpPr txBox="1"/>
          <p:nvPr/>
        </p:nvSpPr>
        <p:spPr>
          <a:xfrm>
            <a:off x="4297540" y="4790304"/>
            <a:ext cx="3217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accent2">
                    <a:lumMod val="50000"/>
                  </a:schemeClr>
                </a:solidFill>
                <a:latin typeface="Mangal" panose="020B0502040204020203" pitchFamily="18" charset="0"/>
                <a:ea typeface="Cascadia Code ExtraLight" panose="020B0609020000020004" pitchFamily="49" charset="0"/>
                <a:cs typeface="Mangal" panose="020B0502040204020203" pitchFamily="18" charset="0"/>
              </a:rPr>
              <a:t>DAMASCO (Tafeta Especial)</a:t>
            </a:r>
          </a:p>
          <a:p>
            <a:pPr algn="ctr"/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Etiqueta textil con alto </a:t>
            </a:r>
            <a:r>
              <a:rPr lang="es-MX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luchaje</a:t>
            </a:r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  que permite que tu etiqueta tenga mejor definición. </a:t>
            </a:r>
          </a:p>
          <a:p>
            <a:pPr algn="ctr"/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Entre nuestra gama de colores ya contamos con </a:t>
            </a:r>
            <a:r>
              <a:rPr lang="es-MX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Lurex</a:t>
            </a:r>
            <a:r>
              <a:rPr lang="es-MX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scadia Code ExtraLight" panose="020B0609020000020004" pitchFamily="49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C605ED7-34D6-70C5-6CCA-E4131464AFA3}"/>
              </a:ext>
            </a:extLst>
          </p:cNvPr>
          <p:cNvSpPr txBox="1"/>
          <p:nvPr/>
        </p:nvSpPr>
        <p:spPr>
          <a:xfrm>
            <a:off x="651827" y="1185178"/>
            <a:ext cx="2779643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MX" sz="2800" b="1" dirty="0">
                <a:ln/>
                <a:solidFill>
                  <a:schemeClr val="accent5">
                    <a:lumMod val="75000"/>
                  </a:schemeClr>
                </a:solidFill>
                <a:latin typeface="Biome Light" panose="020B0502040204020203" pitchFamily="34" charset="0"/>
                <a:ea typeface="Cascadia Code ExtraLight" panose="020B0609020000020004" pitchFamily="49" charset="0"/>
                <a:cs typeface="Biome Light" panose="020B0502040204020203" pitchFamily="34" charset="0"/>
              </a:rPr>
              <a:t>Acabados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41ACB7D-F394-17AE-7DE2-C025DCE77CFB}"/>
              </a:ext>
            </a:extLst>
          </p:cNvPr>
          <p:cNvSpPr txBox="1"/>
          <p:nvPr/>
        </p:nvSpPr>
        <p:spPr>
          <a:xfrm>
            <a:off x="689910" y="785068"/>
            <a:ext cx="2703478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s-MX" sz="2000" b="1" dirty="0">
                <a:ln/>
                <a:solidFill>
                  <a:schemeClr val="accent5">
                    <a:lumMod val="75000"/>
                  </a:schemeClr>
                </a:solidFill>
              </a:rPr>
              <a:t>Etiquetas BORDADAS</a:t>
            </a:r>
            <a:endParaRPr lang="en-US" sz="2000" b="1" dirty="0">
              <a:ln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5B20DC-2E27-960D-5E1B-CE3B969C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1" y="2704181"/>
            <a:ext cx="3178015" cy="11904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A1108CF-7ED5-BCE2-5001-C38F2AC61C1E}"/>
              </a:ext>
            </a:extLst>
          </p:cNvPr>
          <p:cNvGrpSpPr/>
          <p:nvPr/>
        </p:nvGrpSpPr>
        <p:grpSpPr>
          <a:xfrm>
            <a:off x="4378226" y="1948002"/>
            <a:ext cx="2981032" cy="2397127"/>
            <a:chOff x="4378226" y="1948002"/>
            <a:chExt cx="2981032" cy="2397127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1B854144-9268-6895-AF82-971CEF601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8227" y="1948002"/>
              <a:ext cx="2967309" cy="1406942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49DA4BEC-2FD3-07F4-C5AC-DA9B11F2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4779611">
              <a:off x="5195903" y="2335286"/>
              <a:ext cx="330702" cy="737790"/>
            </a:xfrm>
            <a:prstGeom prst="rect">
              <a:avLst/>
            </a:prstGeom>
          </p:spPr>
        </p:pic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BA6581A4-6C4F-E44E-A0EC-5A6E750DC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78227" y="1948002"/>
              <a:ext cx="551338" cy="510635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8E8383A-E665-3CF3-6819-C0D7A13A8A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825"/>
            <a:stretch/>
          </p:blipFill>
          <p:spPr>
            <a:xfrm>
              <a:off x="4378226" y="3280611"/>
              <a:ext cx="2967309" cy="1064518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5541704-C8A0-2C49-1D73-2E709F877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44716" y="2454351"/>
              <a:ext cx="314542" cy="92116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5A9852F-A96C-22E5-CF13-82DD3FE45B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711" t="16338" r="6593" b="24904"/>
            <a:stretch/>
          </p:blipFill>
          <p:spPr>
            <a:xfrm>
              <a:off x="6096000" y="4090623"/>
              <a:ext cx="1263258" cy="2545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384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8E923A-7B76-F6F2-AF48-F6897C2881A2}"/>
              </a:ext>
            </a:extLst>
          </p:cNvPr>
          <p:cNvSpPr txBox="1"/>
          <p:nvPr/>
        </p:nvSpPr>
        <p:spPr>
          <a:xfrm>
            <a:off x="8838299" y="588928"/>
            <a:ext cx="2999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iome Light" panose="020B0502040204020203" pitchFamily="34" charset="0"/>
                <a:ea typeface="Cascadia Code ExtraLight" panose="020B0609020000020004" pitchFamily="49" charset="0"/>
                <a:cs typeface="Biome Light" panose="020B0502040204020203" pitchFamily="34" charset="0"/>
              </a:rPr>
              <a:t>Tipos de corte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9C48F8-B4DB-6E51-94FA-01D96EAAAA6F}"/>
              </a:ext>
            </a:extLst>
          </p:cNvPr>
          <p:cNvSpPr txBox="1"/>
          <p:nvPr/>
        </p:nvSpPr>
        <p:spPr>
          <a:xfrm>
            <a:off x="8986233" y="188818"/>
            <a:ext cx="270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Etiquetas BORDADAS</a:t>
            </a:r>
            <a:endParaRPr lang="en-US" sz="2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976013-A5AE-E8EA-CFB0-6DACB7FB6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77" y="2230175"/>
            <a:ext cx="1791603" cy="65217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42A0A8E-139E-C960-69B2-29E4ED808C32}"/>
              </a:ext>
            </a:extLst>
          </p:cNvPr>
          <p:cNvSpPr/>
          <p:nvPr/>
        </p:nvSpPr>
        <p:spPr>
          <a:xfrm>
            <a:off x="1999574" y="3968227"/>
            <a:ext cx="1273331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Diagonal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1D1898A-7B82-F219-4900-A89E5E6B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210" y="3798975"/>
            <a:ext cx="1791603" cy="74322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0DE6B52-0C82-23A9-C165-C1E2CE2F259C}"/>
              </a:ext>
            </a:extLst>
          </p:cNvPr>
          <p:cNvSpPr/>
          <p:nvPr/>
        </p:nvSpPr>
        <p:spPr>
          <a:xfrm>
            <a:off x="7343296" y="2419229"/>
            <a:ext cx="1284764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Térmico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79DE3A-C579-102C-855B-5EAF5FF36062}"/>
              </a:ext>
            </a:extLst>
          </p:cNvPr>
          <p:cNvSpPr/>
          <p:nvPr/>
        </p:nvSpPr>
        <p:spPr>
          <a:xfrm>
            <a:off x="9361464" y="2233310"/>
            <a:ext cx="1973752" cy="577943"/>
          </a:xfrm>
          <a:prstGeom prst="rect">
            <a:avLst/>
          </a:prstGeom>
          <a:noFill/>
          <a:ln w="190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244F4DC-5983-23E9-8EA2-1B0BD6704B07}"/>
              </a:ext>
            </a:extLst>
          </p:cNvPr>
          <p:cNvSpPr/>
          <p:nvPr/>
        </p:nvSpPr>
        <p:spPr>
          <a:xfrm>
            <a:off x="7343296" y="3904755"/>
            <a:ext cx="1273331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Medio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6823419-7939-6DF4-2D13-D57A51A8D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638" y="3598373"/>
            <a:ext cx="1481456" cy="9510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10310A6-B2F4-CA6B-ECC6-D8C5CE119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55" y="273478"/>
            <a:ext cx="2703478" cy="83867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84B7D96-BD92-CEFD-493C-6C4A01986994}"/>
              </a:ext>
            </a:extLst>
          </p:cNvPr>
          <p:cNvSpPr/>
          <p:nvPr/>
        </p:nvSpPr>
        <p:spPr>
          <a:xfrm>
            <a:off x="525577" y="1601545"/>
            <a:ext cx="8875643" cy="4363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6396A6E-03FD-E8A1-206D-10CF127ECA77}"/>
              </a:ext>
            </a:extLst>
          </p:cNvPr>
          <p:cNvSpPr/>
          <p:nvPr/>
        </p:nvSpPr>
        <p:spPr>
          <a:xfrm>
            <a:off x="1999574" y="2428270"/>
            <a:ext cx="1273331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Recto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0D47A3-77D1-CAE9-680D-56F6F488D608}"/>
              </a:ext>
            </a:extLst>
          </p:cNvPr>
          <p:cNvSpPr/>
          <p:nvPr/>
        </p:nvSpPr>
        <p:spPr>
          <a:xfrm>
            <a:off x="4408157" y="5551861"/>
            <a:ext cx="1273331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Laser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2EE429B-3CE2-1911-97E3-8975669113A9}"/>
              </a:ext>
            </a:extLst>
          </p:cNvPr>
          <p:cNvSpPr/>
          <p:nvPr/>
        </p:nvSpPr>
        <p:spPr>
          <a:xfrm>
            <a:off x="9719354" y="5088833"/>
            <a:ext cx="1115595" cy="1093304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A6801EC-1855-F24C-9FD5-FA0A10B61B0F}"/>
              </a:ext>
            </a:extLst>
          </p:cNvPr>
          <p:cNvSpPr/>
          <p:nvPr/>
        </p:nvSpPr>
        <p:spPr>
          <a:xfrm>
            <a:off x="7362043" y="5548012"/>
            <a:ext cx="1273331" cy="3834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Cinta continua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9FAE020-3669-E9D3-3943-3228C9B7D1C3}"/>
              </a:ext>
            </a:extLst>
          </p:cNvPr>
          <p:cNvSpPr/>
          <p:nvPr/>
        </p:nvSpPr>
        <p:spPr>
          <a:xfrm>
            <a:off x="9960892" y="5326612"/>
            <a:ext cx="624281" cy="604858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75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adroTexto 32">
            <a:extLst>
              <a:ext uri="{FF2B5EF4-FFF2-40B4-BE49-F238E27FC236}">
                <a16:creationId xmlns:a16="http://schemas.microsoft.com/office/drawing/2014/main" id="{441ACB7D-F394-17AE-7DE2-C025DCE77CFB}"/>
              </a:ext>
            </a:extLst>
          </p:cNvPr>
          <p:cNvSpPr txBox="1"/>
          <p:nvPr/>
        </p:nvSpPr>
        <p:spPr>
          <a:xfrm>
            <a:off x="3855974" y="2019689"/>
            <a:ext cx="3991421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MX" sz="2800" b="1" dirty="0">
                <a:ln/>
                <a:solidFill>
                  <a:schemeClr val="accent4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rPr>
              <a:t>Etiquetas de CARTON</a:t>
            </a:r>
            <a:endParaRPr lang="en-US" sz="2800" b="1" dirty="0">
              <a:ln/>
              <a:solidFill>
                <a:schemeClr val="accent4">
                  <a:lumMod val="75000"/>
                </a:schemeClr>
              </a:solidFill>
              <a:latin typeface="+mj-lt"/>
              <a:cs typeface="Biome Light" panose="020B03030302040208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1EEFB9-9BC5-0FB6-FF3C-8E87CAC8F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55" y="659705"/>
            <a:ext cx="2703478" cy="83867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A17937F-3AEB-169B-4892-270D6A870E62}"/>
              </a:ext>
            </a:extLst>
          </p:cNvPr>
          <p:cNvSpPr txBox="1"/>
          <p:nvPr/>
        </p:nvSpPr>
        <p:spPr>
          <a:xfrm>
            <a:off x="1464817" y="2775921"/>
            <a:ext cx="95117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i="0" dirty="0"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 etiquetas colgantes para ropa, o también conocidas como Hang Tag, son elementos hechos con diversos materiales para identificar y comunicar a través de un texto o imagen gráfica aspectos importantes de productos como las prendas.</a:t>
            </a:r>
          </a:p>
          <a:p>
            <a:pPr algn="ctr"/>
            <a:r>
              <a:rPr lang="es-ES" sz="2400" i="0" dirty="0"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DAJOMS manejamos etiquetas colgantes para ropa con diseños personalizados</a:t>
            </a:r>
            <a:r>
              <a:rPr lang="es-ES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</a:t>
            </a:r>
            <a:r>
              <a:rPr lang="es-ES" sz="2400" i="0" dirty="0"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elaborados con materiales de alta calidad para garantizar la durabilidad de los </a:t>
            </a:r>
            <a:r>
              <a:rPr lang="es-ES" sz="2400" i="0" dirty="0" err="1"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hang</a:t>
            </a:r>
            <a:r>
              <a:rPr lang="es-ES" sz="2400" i="0" dirty="0"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tag en tus productos.</a:t>
            </a:r>
          </a:p>
          <a:p>
            <a:pPr algn="ctr"/>
            <a:r>
              <a:rPr lang="es-ES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nuestros procesos se encuentran:</a:t>
            </a:r>
            <a:endParaRPr lang="es-ES" sz="2400" i="0" dirty="0">
              <a:solidFill>
                <a:schemeClr val="bg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89C48F8-B4DB-6E51-94FA-01D96EAAAA6F}"/>
              </a:ext>
            </a:extLst>
          </p:cNvPr>
          <p:cNvSpPr txBox="1"/>
          <p:nvPr/>
        </p:nvSpPr>
        <p:spPr>
          <a:xfrm>
            <a:off x="8319052" y="327249"/>
            <a:ext cx="3420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iome Light" panose="020B0502040204020203" pitchFamily="34" charset="0"/>
                <a:ea typeface="Cascadia Code ExtraLight" panose="020B0609020000020004" pitchFamily="49" charset="0"/>
                <a:cs typeface="Biome Light" panose="020B0502040204020203" pitchFamily="34" charset="0"/>
              </a:defRPr>
            </a:lvl1pPr>
          </a:lstStyle>
          <a:p>
            <a:r>
              <a:rPr lang="es-MX" sz="2400" dirty="0"/>
              <a:t>Etiquetas CARTON</a:t>
            </a:r>
            <a:endParaRPr lang="en-U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10310A6-B2F4-CA6B-ECC6-D8C5CE119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55" y="273478"/>
            <a:ext cx="2703478" cy="838670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9F642B06-3A1A-79C5-32F6-1C788843474B}"/>
              </a:ext>
            </a:extLst>
          </p:cNvPr>
          <p:cNvSpPr txBox="1">
            <a:spLocks/>
          </p:cNvSpPr>
          <p:nvPr/>
        </p:nvSpPr>
        <p:spPr>
          <a:xfrm>
            <a:off x="1411134" y="2333311"/>
            <a:ext cx="6100854" cy="202963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 stamping</a:t>
            </a:r>
          </a:p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Laminado mate y brillante</a:t>
            </a:r>
          </a:p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Barniz UV a registro</a:t>
            </a:r>
          </a:p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Barniz de maquina</a:t>
            </a:r>
          </a:p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Serigrafia</a:t>
            </a:r>
          </a:p>
          <a:p>
            <a:pPr>
              <a:buFontTx/>
              <a:buChar char="-"/>
            </a:pPr>
            <a:r>
              <a:rPr lang="es-MX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Empalme</a:t>
            </a:r>
          </a:p>
          <a:p>
            <a:pPr>
              <a:buFontTx/>
              <a:buChar char="-"/>
            </a:pPr>
            <a:endParaRPr lang="es-MX" sz="1600" dirty="0">
              <a:solidFill>
                <a:schemeClr val="bg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9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3">
            <a:extLst>
              <a:ext uri="{FF2B5EF4-FFF2-40B4-BE49-F238E27FC236}">
                <a16:creationId xmlns:a16="http://schemas.microsoft.com/office/drawing/2014/main" id="{B65B9F41-B53D-635A-C5B5-D2867653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5840214"/>
            <a:ext cx="5824331" cy="830750"/>
          </a:xfrm>
        </p:spPr>
        <p:txBody>
          <a:bodyPr rtlCol="0">
            <a:noAutofit/>
          </a:bodyPr>
          <a:lstStyle/>
          <a:p>
            <a:pPr algn="ctr" rtl="0"/>
            <a:r>
              <a:rPr lang="es-E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gal" panose="02040503050203030202" pitchFamily="18" charset="0"/>
                <a:cs typeface="Mangal" panose="02040503050203030202" pitchFamily="18" charset="0"/>
              </a:rPr>
              <a:t>Tu habilitación en tiempo y forma.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B2EE200-970A-B31C-E330-D786FEF69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0" y="352082"/>
            <a:ext cx="3648432" cy="11318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22BCF0A-6437-D1B0-30E5-D0E9D42DC4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1676" y="3449309"/>
            <a:ext cx="596348" cy="59634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B12CDD0-14B7-F5D5-1CED-6FDFC44762C7}"/>
              </a:ext>
            </a:extLst>
          </p:cNvPr>
          <p:cNvSpPr txBox="1"/>
          <p:nvPr/>
        </p:nvSpPr>
        <p:spPr>
          <a:xfrm>
            <a:off x="1551820" y="3429000"/>
            <a:ext cx="3055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3">
                    <a:lumMod val="75000"/>
                  </a:schemeClr>
                </a:solidFill>
                <a:latin typeface="Congenial" panose="02000503040000020004" pitchFamily="2" charset="0"/>
              </a:rPr>
              <a:t>722-490-58-79  oficina</a:t>
            </a:r>
          </a:p>
          <a:p>
            <a:r>
              <a:rPr lang="es-ES" sz="2000" dirty="0">
                <a:solidFill>
                  <a:schemeClr val="accent3">
                    <a:lumMod val="75000"/>
                  </a:schemeClr>
                </a:solidFill>
                <a:latin typeface="Congenial" panose="02000503040000020004" pitchFamily="2" charset="0"/>
              </a:rPr>
              <a:t>722-771-57-18  celular</a:t>
            </a:r>
            <a:endParaRPr lang="es-MX" sz="2000" dirty="0">
              <a:solidFill>
                <a:schemeClr val="accent3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64483BC-8F93-3C47-AF6C-D88FAAAEB2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1087" y="3308999"/>
            <a:ext cx="626442" cy="588399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CD4F3605-96AE-E514-8420-890F9790FC29}"/>
              </a:ext>
            </a:extLst>
          </p:cNvPr>
          <p:cNvSpPr txBox="1"/>
          <p:nvPr/>
        </p:nvSpPr>
        <p:spPr>
          <a:xfrm>
            <a:off x="6661231" y="3449309"/>
            <a:ext cx="4431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Congenial" panose="02000503040000020004" pitchFamily="2" charset="0"/>
                <a:cs typeface="Cavolini" panose="03000502040302020204" pitchFamily="66" charset="0"/>
              </a:rPr>
              <a:t>administracion@dajomsgroup.com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7BEB057-CD69-B7CC-4E64-ACA98912A3E4}"/>
              </a:ext>
            </a:extLst>
          </p:cNvPr>
          <p:cNvCxnSpPr>
            <a:cxnSpLocks/>
          </p:cNvCxnSpPr>
          <p:nvPr/>
        </p:nvCxnSpPr>
        <p:spPr>
          <a:xfrm>
            <a:off x="5310263" y="3144253"/>
            <a:ext cx="0" cy="122993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DCAE94C-FFE7-6742-CB19-3BD59D416920}"/>
              </a:ext>
            </a:extLst>
          </p:cNvPr>
          <p:cNvCxnSpPr>
            <a:cxnSpLocks/>
          </p:cNvCxnSpPr>
          <p:nvPr/>
        </p:nvCxnSpPr>
        <p:spPr>
          <a:xfrm>
            <a:off x="409400" y="3144253"/>
            <a:ext cx="0" cy="122993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52290CA-44D6-65AF-FCB3-83D8583D3D10}"/>
              </a:ext>
            </a:extLst>
          </p:cNvPr>
          <p:cNvCxnSpPr>
            <a:cxnSpLocks/>
          </p:cNvCxnSpPr>
          <p:nvPr/>
        </p:nvCxnSpPr>
        <p:spPr>
          <a:xfrm>
            <a:off x="11149589" y="2992109"/>
            <a:ext cx="0" cy="122993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1581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2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FF7DA8"/>
      </a:accent1>
      <a:accent2>
        <a:srgbClr val="8784C7"/>
      </a:accent2>
      <a:accent3>
        <a:srgbClr val="A9A7BB"/>
      </a:accent3>
      <a:accent4>
        <a:srgbClr val="E6D0E1"/>
      </a:accent4>
      <a:accent5>
        <a:srgbClr val="FF7DA8"/>
      </a:accent5>
      <a:accent6>
        <a:srgbClr val="FF5BAD"/>
      </a:accent6>
      <a:hlink>
        <a:srgbClr val="FFCCFF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</TotalTime>
  <Words>387</Words>
  <Application>Microsoft Office PowerPoint</Application>
  <PresentationFormat>Panorámica</PresentationFormat>
  <Paragraphs>40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Biome</vt:lpstr>
      <vt:lpstr>Biome Light</vt:lpstr>
      <vt:lpstr>Calibri</vt:lpstr>
      <vt:lpstr>Congenial</vt:lpstr>
      <vt:lpstr>Mangal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Tu habilitación en tiempo y forma.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Reyes</dc:creator>
  <cp:lastModifiedBy>Daniela Reyes</cp:lastModifiedBy>
  <cp:revision>1</cp:revision>
  <dcterms:created xsi:type="dcterms:W3CDTF">2024-01-17T03:01:43Z</dcterms:created>
  <dcterms:modified xsi:type="dcterms:W3CDTF">2024-02-06T17:05:03Z</dcterms:modified>
</cp:coreProperties>
</file>